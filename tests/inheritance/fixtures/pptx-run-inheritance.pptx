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Inheritance 2"/>
          <p:cNvSpPr txBox="1"/>
          <p:nvPr/>
        </p:nvSpPr>
        <p:spPr>
          <a:xfrm>
            <a:off x="600000" y="50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/>
          <a:lstStyle>
            <a:lvl1pPr>
              <a:defRPr sz="4800">
                <a:solidFill>
                  <a:srgbClr val="D21D54"/>
                </a:solidFill>
                <a:latin typeface="Arial"/>
              </a:defRPr>
            </a:lvl1pPr>
          </a:lstStyle>
          <a:p>
            <a:pPr>
              <a:defRPr b="1"/>
            </a:pPr>
            <a:r>
              <a:rPr/>
              <a:t>RUN INHERITS RED</a:t>
            </a:r>
          </a:p>
        </p:txBody>
      </p:sp>
      <p:sp>
        <p:nvSpPr>
          <p:cNvPr id="3" name="Inheritance 3"/>
          <p:cNvSpPr txBox="1"/>
          <p:nvPr/>
        </p:nvSpPr>
        <p:spPr>
          <a:xfrm>
            <a:off x="600000" y="230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/>
          <a:lstStyle>
            <a:lvl1pPr>
              <a:defRPr sz="4800">
                <a:solidFill>
                  <a:srgbClr val="D21D54"/>
                </a:solidFill>
                <a:latin typeface="Arial"/>
              </a:defRPr>
            </a:lvl1pPr>
          </a:lstStyle>
          <a:p>
            <a:pPr>
              <a:defRPr b="1"/>
            </a:pPr>
            <a:fld id="{0FBB9679-570D-4509-9600-E07789CF24BB}" type="datetime">
              <a:rPr/>
              <a:t>FIELD INHERITS RED</a:t>
            </a:fld>
          </a:p>
        </p:txBody>
      </p:sp>
      <p:sp>
        <p:nvSpPr>
          <p:cNvPr id="4" name="Inheritance 4"/>
          <p:cNvSpPr txBox="1"/>
          <p:nvPr/>
        </p:nvSpPr>
        <p:spPr>
          <a:xfrm>
            <a:off x="600000" y="4100000"/>
            <a:ext cx="9000000" cy="1300000"/>
          </a:xfrm>
          <a:prstGeom prst="rect">
            <a:avLst/>
          </a:prstGeom>
          <a:noFill/>
        </p:spPr>
        <p:txBody>
          <a:bodyPr wrap="none" lIns="0" rIns="0" tIns="0" bIns="0"/>
          <a:lstStyle>
            <a:lvl1pPr>
              <a:defRPr sz="4800">
                <a:solidFill>
                  <a:srgbClr val="D21D54"/>
                </a:solidFill>
                <a:latin typeface="Arial"/>
              </a:defRPr>
            </a:lvl1pPr>
          </a:lstStyle>
          <a:p>
            <a:pPr>
              <a:defRPr b="1"/>
            </a:pPr>
            <a:r>
              <a:rPr>
                <a:noFill/>
                <a:highlight>
                  <a:srgbClr val="F5DD22"/>
                </a:highlight>
              </a:rPr>
              <a:t>INVISIBLE GLYPHS</a:t>
            </a:r>
          </a:p>
        </p:txBody>
      </p:sp>
    </p:spTree>
  </p:cSld>
</p:sld>
</file>